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Knowledge Base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プロジェクト概要 &amp; 活用ガイド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4389120"/>
            <a:ext cx="5486400" cy="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プロジェクト・ビジョン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C7293"/>
                </a:solidFill>
              </a:rPr>
              <a:t>「埋もれた知を、現場の力に変える」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現場の経験値をデジタル資産として蓄積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AIエージェントによる、マニュアルレスな知識検索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• プレミアムなUI/UXによる、使いたくなるシステムの実現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システム構成図</a:t>
            </a:r>
            <a:endParaRPr lang="en-US" sz="3200" dirty="0"/>
          </a:p>
        </p:txBody>
      </p:sp>
      <p:pic>
        <p:nvPicPr>
          <p:cNvPr id="3" name="Image 0" descr="/Users/uedakohei/.gemini/antigravity/brain/5a8a4ada-a248-48bc-bd35-48bb7fbe2560/system_architecture_diagram_17760411547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モダンなインターフェース</a:t>
            </a:r>
            <a:endParaRPr lang="en-US" sz="3200" dirty="0"/>
          </a:p>
        </p:txBody>
      </p:sp>
      <p:pic>
        <p:nvPicPr>
          <p:cNvPr id="3" name="Image 0" descr="/Users/uedakohei/.gemini/antigravity/brain/5a8a4ada-a248-48bc-bd35-48bb7fbe2560/main_view_page_17760409956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84048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ナレッジ一覧</a:t>
            </a:r>
            <a:endParaRPr lang="en-US" sz="1600" dirty="0"/>
          </a:p>
        </p:txBody>
      </p:sp>
      <p:pic>
        <p:nvPicPr>
          <p:cNvPr id="5" name="Image 1" descr="/Users/uedakohei/.gemini/antigravity/brain/5a8a4ada-a248-48bc-bd35-48bb7fbe2560/editor_view_page_177604101795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840480" cy="2194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5488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直感的なエディタ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AIエージェントによる知的検索</a:t>
            </a:r>
            <a:endParaRPr lang="en-US" sz="3200" dirty="0"/>
          </a:p>
        </p:txBody>
      </p:sp>
      <p:pic>
        <p:nvPicPr>
          <p:cNvPr id="3" name="Image 0" descr="/Users/uedakohei/.gemini/antigravity/brain/5a8a4ada-a248-48bc-bd35-48bb7fbe2560/aichat_view_page_17760410924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97280"/>
            <a:ext cx="41148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自然言語による対話型検索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・「去年の不具合事例は？」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・「○○号機の点検手順を教えて」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AIが即座に答えを見つけ出し、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関連ドキュメントへ誘導します。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</a:rPr>
              <a:t>管理者機能 &amp; コンプライアンス</a:t>
            </a:r>
            <a:endParaRPr lang="en-US" sz="3200" dirty="0"/>
          </a:p>
        </p:txBody>
      </p:sp>
      <p:pic>
        <p:nvPicPr>
          <p:cNvPr id="3" name="Image 0" descr="/Users/uedakohei/.gemini/antigravity/brain/5a8a4ada-a248-48bc-bd35-48bb7fbe2560/admin_view_page_1776041050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統合された権限管理とマスタメンテ機能により、データガバナンスを確保します。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You!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2026-04-13T00:47:51Z</dcterms:created>
  <dcterms:modified xsi:type="dcterms:W3CDTF">2026-04-13T00:47:51Z</dcterms:modified>
</cp:coreProperties>
</file>